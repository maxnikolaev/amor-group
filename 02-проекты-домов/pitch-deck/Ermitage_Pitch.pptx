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ДНП «УСАДЬБА ЭРМИТАЖ»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Инвестиционная справка · Продуктовая концепция · Юридический анализ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651760"/>
            <a:ext cx="274320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Можайский район, Московская область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км от МКАД по Минскому шоссе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2025 — Июль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Продуктовая концепция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продаём?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109728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087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Эко-дачный посёлок премиального уровня для сезонного проживания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0" y="1965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Уникальное природное окружение — заповедный лес Бородинского лесничества по всему периметру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Локация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008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км МКАД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Минское шоссе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Можайский район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91840" y="274320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9260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19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Целевая аудитория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47472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Семьи 35-50 лет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Москвы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 за наличные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26480" y="274320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92608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6656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Продукт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30936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Участки 15 соток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дачи / 2-го дома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Сезонное проживание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ИЖС для постоянного проживания. Не бизнес-класс. Эко-дача с уникальным лесом.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Реальные цены рынка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посёлков Можайского района · данные Посёлкино · 2025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943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9144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Посёлок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₽/сотку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км МКАД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Bayside Residence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419 000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Активные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Протва Парк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Активные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Можайские сады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Активные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Спутник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Финальные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Шелест Парк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Старт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Макарово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Активные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Речной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Финальные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Можайское море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Финальные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Лесной (сады)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Старт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Озёрный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Продан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325880"/>
            <a:ext cx="21031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75120" y="1325880"/>
            <a:ext cx="54864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60 000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без Bayside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75120" y="2286000"/>
            <a:ext cx="21031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0" y="2286000"/>
            <a:ext cx="54864" cy="8229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110 000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5800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Потолок без газа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75120" y="3246120"/>
            <a:ext cx="21031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5120" y="3246120"/>
            <a:ext cx="54864" cy="82296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70-95K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5800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Реалистичная цена Эрмитажа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663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Эрмитаж — единственный объект с заповедным лесом по периметру в ценовом сегменте 70-95 тыс./сотку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Юридический факт-чек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земли в ИЖС · процедура, стоимость, риски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Путь 1: Смена ВРИ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земля уже в категории «населённые пункты»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Меняем вид разрешённого использования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Через МФЦ, рассмотрение 30 дней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Проще и быстрее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Путь 2: Смена категории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937760" y="21031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земля сельхозназначения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Расширение границ населённого пункта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Общественные слушания, до 45 дней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Сложнее и дольше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2918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3291840"/>
            <a:ext cx="54864" cy="1188720"/>
          </a:xfrm>
          <a:prstGeom prst="rect">
            <a:avLst/>
          </a:prstGeom>
          <a:solidFill>
            <a:srgbClr val="D4A57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747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Стоимость перевода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31520" y="3840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~100 000 ₽ / участок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(пошлины + кадастровый инженер)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участков → ~5,5 млн ₽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Налог после: кадастровая ↑ 3-7×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54880" y="32918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54880" y="3291840"/>
            <a:ext cx="54864" cy="118872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747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Риски отказа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029200" y="3840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Реестр ценных сельхозугодий Минсельхоза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Несоответствие градостроительному плану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«Красные линии» в ПЗЗ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681728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88720" y="4617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действие: запросить градостроительный план в администрации Можайского района (бесплатно, 14 дней)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Стратегия и следующие шаги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делать сейчас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52796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716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гнаться за ИЖС + газом. Позиционировать как эко-дачный посёлок с минимальной инфраструктурой.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Запросить ГПЗУ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74720" y="2286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Градостроительный план в администрации Можайского р-на. Бесплатно, 14 дней. Параллельно проверить ПЗЗ.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907792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97280" y="2907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Забор + КПП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74720" y="29077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продажный триггер. Без ограждения участок не воспринимается как посёлок.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529584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97280" y="3529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Запустить продажи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474720" y="352958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70-85 тыс./сотку. ЦИАН, Авито, Посёлкино. Фокус на эко-сторителлинге: заповедный лес.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151376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97280" y="41513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Перевод земли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474720" y="41513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этап, после первых продаж. ~100 тыс./участок. Поднимает цену до 95-100 тыс./сотку.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52796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работает в реальных цифрах рынка. Газ и ИЖС — опцион на будущее, не условие входа.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ДНП Усадьба Эрмитаж — Инвестиционная справка</dc:title>
  <dc:subject>PptxGenJS Presentation</dc:subject>
  <dc:creator>Макс Николаев</dc:creator>
  <cp:lastModifiedBy>Макс Николаев</cp:lastModifiedBy>
  <cp:revision>1</cp:revision>
  <dcterms:created xsi:type="dcterms:W3CDTF">2026-07-10T17:45:06Z</dcterms:created>
  <dcterms:modified xsi:type="dcterms:W3CDTF">2026-07-10T17:45:06Z</dcterms:modified>
</cp:coreProperties>
</file>